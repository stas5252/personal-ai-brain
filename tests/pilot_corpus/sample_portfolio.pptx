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стоимость не включена аренда студии и оплата визажиста.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Презентация Портфолио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Автор: Анна Яровая\nКоммерческая и портретная фотография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Коммерческие пакеты для брендов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Съемка лукбуков и кампейнов:</a:t>
            </a:r>
          </a:p>
          <a:p>
            <a:r>
              <a:t>• Полный съемочный день (8 часов): 120 000 руб.</a:t>
            </a:r>
          </a:p>
          <a:p>
            <a:r>
              <a:t>• Экспресс-лукбук (4 часа): 70 000 руб.</a:t>
            </a:r>
          </a:p>
          <a:p>
            <a:r>
              <a:t>• Продюсирование и кастинг моделей под ключ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